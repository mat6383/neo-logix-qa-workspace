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Run 1</c:v>
                  </c:pt>
                  <c:pt idx="1">
                    <c:v>Run 3</c:v>
                  </c:pt>
                  <c:pt idx="2">
                    <c:v>Run 4</c:v>
                  </c:pt>
                  <c:pt idx="3">
                    <c:v>Run 8</c:v>
                  </c:pt>
                  <c:pt idx="4">
                    <c:v>TNR Flux</c:v>
                  </c:pt>
                  <c:pt idx="5">
                    <c:v>TNR TdB</c:v>
                  </c:pt>
                  <c:pt idx="6">
                    <c:v>Explo.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548640"/>
            <a:ext cx="3657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 •  LEAN  •  ITIL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Clôture de Tests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R06 — Test Closure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SOUS RÉSERVE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conditionnelle — Critères partiellement atteints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exécutif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ISTQB §5.4.2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d'exécution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(Completion Rate)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60020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90% ✓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83,3%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Rate)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160020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95% ✗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d'échec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(Failure Rate)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160020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≤ 5% ✗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84,4%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1965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Efficiency)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95160" y="2423160"/>
            <a:ext cx="160020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≥ 95% ✗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la campagne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3840480" cy="14630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cas de test (Test Cases)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exécutés (Executed)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réussis (Passed)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échoués (Failed)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Ignorés / WIP (Skipped / WIP)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exploratoires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runs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statuts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846320" y="3520440"/>
            <a:ext cx="31546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Réussis: 135 (82%)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001000" y="3520440"/>
            <a:ext cx="5943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8001000" y="35204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46320" y="4023360"/>
            <a:ext cx="1828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5074920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Réussis (Passed)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92240" y="4023360"/>
            <a:ext cx="18288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1"/>
          <p:cNvSpPr/>
          <p:nvPr/>
        </p:nvSpPr>
        <p:spPr>
          <a:xfrm>
            <a:off x="6720840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Échoués (Failed)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38160" y="4023360"/>
            <a:ext cx="18288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8366760" y="4005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WIP/Skip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Test Results — ISTQB §5.4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822960"/>
                <a:gridCol w="822960"/>
                <a:gridCol w="640080"/>
                <a:gridCol w="64008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Échoués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Exéc.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Succès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non-régression (TNR — Regression Testing)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822960"/>
                <a:gridCol w="82296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TNR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Échoués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succès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 — Flux de 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 — Tableaux de bord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 — Analyseur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exploratoires &amp; Analyse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(ISTQB §4.4.2) &amp; Defect Analysis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exploratoire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Exploratoire Sophie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anomalies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13/03/2026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Exploratoire GWELL GAB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réussi / 1 échoué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17/03/2026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Exploratoire Pauline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27/03/2026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anomalies par source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278892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2788920"/>
            <a:ext cx="3200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669280" y="2788920"/>
            <a:ext cx="64008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clé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0" y="3200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Run 1 concentre 56% des échecs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(14/25), confirmant le principe ISTQB de regroupement des défauts (Defect Clustering §1.3).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positive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runs tardifs (6, 7, 10) affichent 100% de succès. Le produit se stabilise.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Sophie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en 1 session = cluster significatif nécessitant investigation.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sortie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 Assessment — ISTQB §5.2.3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98448"/>
            <a:ext cx="329184" cy="329184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d'exécution ≥ 90%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188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Quasi-totalité des cas exécutés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74520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984248"/>
            <a:ext cx="329184" cy="329184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 ≥ 95%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83,3%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11,7 pts — Run 1 et TNR Flux pèsent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60320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670048"/>
            <a:ext cx="329184" cy="329184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d'échec ≤ 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échecs sur 162 exécutés — RCA nécessaire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355848"/>
            <a:ext cx="329184" cy="329184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≥ 95%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84,4%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92240" y="3246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first-pass insuffisant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931920"/>
            <a:ext cx="6400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041648"/>
            <a:ext cx="329184" cy="329184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blocage ≤ 5%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9224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test bloqué — environnement stable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ISTQB : 2 critères sur 5 atteints. Les critères non satisfaits doivent être acceptés formellement (§5.2.3).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notables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§5.3 Defect Report / ITIL Incident Management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INC-01 : Cas de test incomplets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115568"/>
            <a:ext cx="137160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élevé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d'exécution insuffisamment détaillées → perte de temps pour les testeurs.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Muda (gaspillage) : temps perdu à clarifier les cas de test.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8653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Instaurer une revue de testabilité (Testability Review) avant chaque campagne.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INC-02 : Cron Boucheron — Instabilité processus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395728"/>
            <a:ext cx="137160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élevé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successifs avec changements de processus causés par différentes sources → anomalies en cascade.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07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Mura (irrégularité) : changements non coordonnés.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Processus Change Management ITIL (CAB) pour les modifications de processus automatisés.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INC-03 : Cluster d'anomalies — Session Sophie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3675888"/>
            <a:ext cx="137160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moyen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950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en 1 session exploratoire → zone fonctionnelle fragile identifiée.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1879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§1.3 Defect Clustering : concentration des défauts dans un module.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4256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Analyse de cause racine (RCA) sur la zone impactée.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tickets GitLab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Traceability — ISTQB §5.3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840480"/>
                <a:gridCol w="73152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de test (Test Case)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correction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[STOCK] Modifier la série après entrée interne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[ODF] Faire redescendre la date de livraison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[EDI] Import stock : optimisation des traitements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#7787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[FACTURE][CONFIE] Ajout des frais de port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[GENERAL] Numérique au format US 1,000.00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#7781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[ARTICLE] Le filtre: Article créé depuis le…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#7784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[ERC] Nouveau document CJI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[CRON] Deport cron Boucheron vers Pilote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#7794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[EDI][STOCK] Ajout valeurs douanières import appro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[GENERAL] Numérique format US — Retours 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— Avoir / Livre de police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— Transformations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[VALORISATION METAL] COFITER / COFIPAC KO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[CONFIE] Ajout frais de port état standard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#7774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[ARIBA] Articles avec prix à 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#7796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[CDE ACHAT][CP] Solde ligne — mvt prévi.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#7824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tickets de correction créés pour les tests FAILED — 3 tickets de suivi pour les tests PASSED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résiduels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Risks — ISTQB §5.4.2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822960"/>
                <a:gridCol w="822960"/>
                <a:gridCol w="100584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échecs non résolus (Run 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Re-test ciblé avant MEP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 Tableaux de bord en échec 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&amp; correction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tests WIP dans le Run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Finaliser avant MEP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exploratoire Pauline en cours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Attendre les résultats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Instabilité cron Boucheron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renforcé post-MEP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anomalies (session Sophie)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cause racine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risques critiques identifiés. Acceptation formelle requise par les parties prenantes avant MEP.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— LEAN Kaizen / ITIL CSI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0700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— Gaspillage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207008"/>
            <a:ext cx="82296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testabilité avant chaque campagne. Formaliser les critères d'acceptation des cas de test.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20700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 — Irrégularité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1207008"/>
            <a:ext cx="822960" cy="228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Change Management (CAB) pour les modifications de processus automatisés.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57860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Jidoka — Qualité intégrée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578608"/>
            <a:ext cx="82296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tests shift-left : revues de code et tests unitaires plus tôt dans le cycle.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46888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57860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Heijunka — Lissage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578608"/>
            <a:ext cx="82296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Répartir la charge de test : max 30 tests par run pour un suivi plus granulaire.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positifs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d'exécution excellent (98,8%)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 tests bloqués — environnement stable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positive : runs tardifs à 100% de succès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TNR par domaine — bonne granularité de suivi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54864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417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SOUS RÉSERVE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sortie partiellement atteints — Acceptation formelle requise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mise en production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des 3 risques critiques (R1, R2, R5)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ciblé des 14 échecs du Run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TNR Tableaux de bord (0% pass rate)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renforcé post-MEP sur le cron Boucheron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des 2 tests WIP du Run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RC-R06-2026-03-27 | ISTQB CTFL v4.0 | LEAN Six Sigma | ITIL v4 CSI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Dashboard — Neo-Logix — 27 mars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Clôture de Tests R06</dc:title>
  <dc:subject>PptxGenJS Presentation</dc:subject>
  <dc:creator>QA Dashboard — Neo-Logix</dc:creator>
  <cp:lastModifiedBy>QA Dashboard — Neo-Logix</cp:lastModifiedBy>
  <cp:revision>1</cp:revision>
  <dcterms:created xsi:type="dcterms:W3CDTF">2026-03-28T08:09:14Z</dcterms:created>
  <dcterms:modified xsi:type="dcterms:W3CDTF">2026-03-28T08:09:14Z</dcterms:modified>
</cp:coreProperties>
</file>